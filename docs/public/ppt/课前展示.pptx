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80" y="2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FDD402-165E-44BD-9005-DFDC717F3D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D4D933-6785-4765-87D2-8A683CA42C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3053C0-06B3-4C7B-B138-8EB9BEC3C2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"/>
          <a:stretch/>
        </p:blipFill>
        <p:spPr>
          <a:xfrm>
            <a:off x="1371600" y="202680"/>
            <a:ext cx="9724292" cy="625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526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3F10EA-2DEE-4D8F-AB53-EFEA5386A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A7B5106-B7A7-4516-9D86-8F45C30026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723" y="247143"/>
            <a:ext cx="9512311" cy="5935682"/>
          </a:xfrm>
        </p:spPr>
      </p:pic>
    </p:spTree>
    <p:extLst>
      <p:ext uri="{BB962C8B-B14F-4D97-AF65-F5344CB8AC3E}">
        <p14:creationId xmlns:p14="http://schemas.microsoft.com/office/powerpoint/2010/main" val="352410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5EF8E9-FDA0-4FC6-A589-1107A7D3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EDF0B66-E80A-402E-9CA1-ABF89DE28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941"/>
            <a:ext cx="7371067" cy="4982918"/>
          </a:xfrm>
          <a:prstGeom prst="rect">
            <a:avLst/>
          </a:prstGeom>
        </p:spPr>
      </p:pic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0614B863-CF59-4D08-8C6C-D116F414C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3A20019-7466-40F8-98BD-10BEF90BC4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" t="24652" r="5471" b="27522"/>
          <a:stretch/>
        </p:blipFill>
        <p:spPr>
          <a:xfrm>
            <a:off x="7004539" y="1373370"/>
            <a:ext cx="5140438" cy="474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472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46CD95-441C-4595-9938-9DFD2004C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68FB8F-06F7-4651-8025-178403BA1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6585404-0CD9-4538-BBED-022D83D00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0196" y="365125"/>
            <a:ext cx="7919489" cy="5567763"/>
          </a:xfrm>
          <a:prstGeom prst="rect">
            <a:avLst/>
          </a:prstGeom>
        </p:spPr>
      </p:pic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0FA5485B-582D-45F6-9846-5B7EDAE93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769" y="1413729"/>
            <a:ext cx="4390489" cy="269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892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ABE370-4DD8-4F01-B8C5-AC1415B39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89612A-27DC-4EAC-9007-D3B06FA23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1F2135-20AB-44BD-BBBB-A6EE733B7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40" y="111370"/>
            <a:ext cx="7232357" cy="387447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E9D4DF8-99FB-4BB0-A470-8EA354E72A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" t="24652" r="5471" b="27522"/>
          <a:stretch/>
        </p:blipFill>
        <p:spPr>
          <a:xfrm>
            <a:off x="7209693" y="1430435"/>
            <a:ext cx="5140438" cy="474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661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E9DA04-DD99-4A2E-A24F-CEAE32CE1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F3BC1E68-2550-4C1E-A067-847FBEA4BB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8231" y="2616693"/>
            <a:ext cx="10515600" cy="3940743"/>
          </a:xfr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46901FA-8F07-4EE8-9E58-38F061E0D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93" y="365125"/>
            <a:ext cx="8620289" cy="225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05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C36D45-5BF2-447B-ABCC-40F42AC71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FB611D-183E-41DF-A33D-158F6CE27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F2C521D-C0B3-45E6-86F3-47EA78BDC6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723" y="247143"/>
            <a:ext cx="9512311" cy="593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028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3C57FC-E067-4D5E-BDE6-40BBBECF2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D575EE-2D4F-4D42-AF9C-E8D325F63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A427A22-C95D-4E95-8F06-91223CFC3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3784" y="58615"/>
            <a:ext cx="9349991" cy="659255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0E92125-FFEE-4641-AE4C-0463B9147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2385" y="1764323"/>
            <a:ext cx="4487644" cy="28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887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6633D5-070E-4B39-8FF3-01D115834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35E74F-CB1F-435D-976C-00F9CA71D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92" y="226322"/>
            <a:ext cx="10029092" cy="20983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35310E9-F621-4F88-BFFF-831C4F20E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862" y="2781088"/>
            <a:ext cx="10808676" cy="1457191"/>
          </a:xfrm>
          <a:prstGeom prst="rect">
            <a:avLst/>
          </a:prstGeom>
        </p:spPr>
      </p:pic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A18AFA01-F150-4015-9A4B-78CB2DF4FB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" t="24652" r="5471" b="27522"/>
          <a:stretch/>
        </p:blipFill>
        <p:spPr>
          <a:xfrm>
            <a:off x="6204597" y="916886"/>
            <a:ext cx="5377803" cy="496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003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0A2543-4949-41C2-9396-EF8D567F9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CE0F140-5D15-461E-A2E6-A3B559ED9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77" y="1231513"/>
            <a:ext cx="7930662" cy="2874097"/>
          </a:xfrm>
          <a:prstGeom prst="rect">
            <a:avLst/>
          </a:prstGeom>
        </p:spPr>
      </p:pic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FEE882B-2FE0-47D7-8C56-9768332094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52138" y="1922642"/>
            <a:ext cx="4733826" cy="304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333920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0</Words>
  <Application>Microsoft Office PowerPoint</Application>
  <PresentationFormat>宽屏</PresentationFormat>
  <Paragraphs>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likeflames</dc:creator>
  <cp:lastModifiedBy>健华 吴</cp:lastModifiedBy>
  <cp:revision>9</cp:revision>
  <dcterms:created xsi:type="dcterms:W3CDTF">2023-08-09T12:44:00Z</dcterms:created>
  <dcterms:modified xsi:type="dcterms:W3CDTF">2026-05-08T14:45:00Z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